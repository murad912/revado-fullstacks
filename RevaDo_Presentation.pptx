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0" y="-274320"/>
            <a:ext cx="4114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28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783080" cy="274320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PROJECT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RevaDo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Application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26334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 · Spring Boot · JWT Auth · Docker + Nginx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246120"/>
            <a:ext cx="1389888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24612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17+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92808" y="3246120"/>
            <a:ext cx="1389888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2808" y="324612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74136" y="3246120"/>
            <a:ext cx="1389888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324612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55464" y="3246120"/>
            <a:ext cx="1389888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324612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648456"/>
            <a:ext cx="1389888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648456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92808" y="3648456"/>
            <a:ext cx="1389888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92808" y="3648456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74136" y="3648456"/>
            <a:ext cx="1389888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4136" y="3648456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55464" y="3648456"/>
            <a:ext cx="1389888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3648456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CDK DnD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revado-frontend  ·  Angular SPA served by Nginx inside Docker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2926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8328" y="100584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8328" y="1005840"/>
            <a:ext cx="64008" cy="822960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109728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44475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tech stack, full-stack flow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45736" y="100584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45736" y="1005840"/>
            <a:ext cx="64008" cy="822960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005840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40096" y="109728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UI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0096" y="144475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auth.html + auth.ts — login, signup, forgot password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8328" y="1993392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" y="1993392"/>
            <a:ext cx="64008" cy="822960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993392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2688" y="208483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 &amp; Interceptor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243230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auth.ts service + JWT interceptor — token flow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45736" y="1993392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45736" y="1993392"/>
            <a:ext cx="64008" cy="822960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1993392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0096" y="208483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0096" y="243230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 — tasks, filters, drag &amp; drop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8328" y="2980944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8328" y="2980944"/>
            <a:ext cx="64008" cy="822960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80944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2688" y="307238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Logic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2688" y="341985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dashboard.ts — state, CRUD, progress, archive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45736" y="2980944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45736" y="2980944"/>
            <a:ext cx="64008" cy="822960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2980944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40096" y="307238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0096" y="341985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todo.model.ts — Todo, Subtask interfaces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8328" y="3968496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8328" y="3968496"/>
            <a:ext cx="64008" cy="822960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968496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32688" y="405993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Java Models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32688" y="440740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Todo.java, User.java, Subtask.java, PasswordResetToken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45736" y="3968496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45736" y="3968496"/>
            <a:ext cx="64008" cy="822960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968496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340096" y="405993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Deployment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0096" y="440740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app.routes.ts · authGuard · Dockerfile · Nginx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2926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4937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87552"/>
            <a:ext cx="64008" cy="1078992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2412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RevaDo is a full-stack To-Do application with an Angular 17 SPA frontend and a Spring Boot REST API backend. Users can register, log in with JWT, manage tasks with priorities, categories, due dates, subtasks, drag-and-drop reordering, and archiving — all served from a Docker container.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2176272"/>
            <a:ext cx="493776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203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 (Angular SPA)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241401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· Services · RxJS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63040" y="2615184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2734056"/>
            <a:ext cx="4937760" cy="43891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761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JWT Bearer Token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" y="297180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authInterceptor auto-attaches token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463040" y="3172968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3291840"/>
            <a:ext cx="4937760" cy="438912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19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" y="352958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  ·  /api/todos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463040" y="3730752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7472" y="3849624"/>
            <a:ext cx="493776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8770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" y="408736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CustomUserDetailsService · Filter chain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463040" y="4288536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7472" y="4407408"/>
            <a:ext cx="493776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434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JPA Repository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" y="464515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· User · Subtask · PasswordResetToken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0" y="987552"/>
            <a:ext cx="3337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987552"/>
            <a:ext cx="3337560" cy="292608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10241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17+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10241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133502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@if/@for, CDK DragDrop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0" y="2039112"/>
            <a:ext cx="3337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0" y="2039112"/>
            <a:ext cx="3337560" cy="292608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20756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0" y="20756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77840" y="238658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JPA, Spring Security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0" y="3090672"/>
            <a:ext cx="3337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86400" y="3090672"/>
            <a:ext cx="333756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31272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0" y="31272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77840" y="343814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 in localStorage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authInterceptor on every request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86400" y="4142232"/>
            <a:ext cx="3337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0" y="4142232"/>
            <a:ext cx="33375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0" y="41788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Nginx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15200" y="41788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77840" y="448970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node:22-alpine → nginx:alpine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UI  —  auth.html + auth.css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2926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3063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87552"/>
            <a:ext cx="3063240" cy="457200"/>
          </a:xfrm>
          <a:prstGeom prst="rect">
            <a:avLst/>
          </a:prstGeom>
          <a:solidFill>
            <a:srgbClr val="F4F7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05840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RevaDo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your tasks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2743200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019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331720"/>
            <a:ext cx="2743200" cy="347472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048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999232"/>
            <a:ext cx="2743200" cy="365760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99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493008"/>
            <a:ext cx="2743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have an account? Sign Up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3913632"/>
            <a:ext cx="30632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950208"/>
            <a:ext cx="2907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 mode swaps the form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*ngIf="isForgotMode" — one component,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views (login / signup / reset)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66160" y="987552"/>
            <a:ext cx="5257800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66160" y="987552"/>
            <a:ext cx="525780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75888" y="100584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auth.html  (key excerpt)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94176" y="1335024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&lt;!-- 3-in-1 form controlled by flags --&gt;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94176" y="1504188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*ngIf="isForgotMode"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94176" y="1673352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(ngSubmit)="sendResetLink()"&gt;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94176" y="1842516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[(ngModel)]="resetEmail"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94176" y="2011680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[disabled]="isLoading" /&gt;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94176" y="2180844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[disabled]="isLoading||!resetEmail"&gt;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94176" y="2350008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{{ isLoading ? 'SENDING…' : 'SEND RESET LINK' }}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94176" y="2519172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&lt;/button&gt;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94176" y="2688336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94176" y="2857500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94176" y="3026664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*ngIf="!isForgotMode" (ngSubmit)="onSubmit()"&gt;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94176" y="3195828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[(ngModel)]="user.username" /&gt;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94176" y="3364992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*ngIf="!isLoginMode"&gt;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94176" y="3534156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[(ngModel)]="user.email" /&gt;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94176" y="3703320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94176" y="3872484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[(ngModel)]="user.password" /&gt;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94176" y="4041648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(click)="isForgotMode = true"&gt;Forgot Password?&lt;/a&gt;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694176" y="4210812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[disabled]="isLoading"&gt;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694176" y="4379976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{{ isLoginMode ? 'LOGIN' : 'SIGN UP' }}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694176" y="4549140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&lt;/button&gt;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94176" y="4718304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694176" y="4887468"/>
            <a:ext cx="505663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*ngIf="errorMessage" class="error fade-in"&gt;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Component Logic  —  auth.ts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2926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02b / 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5074920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87552"/>
            <a:ext cx="507492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335024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@Component({ selector: 'app-auth',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1504188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standalone: true,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673352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imports: [CommonModule, FormsModule] })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1842516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AuthComponent {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2011680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isLoginMode = true;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2180844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isForgotMode = false;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" y="2350008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 = { username:'', password:'', email:'' };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" y="2519172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isLoading = false;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" y="2688336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" y="2857500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onSubmit() {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" y="3026664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this.isLoading = true;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" y="3195828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(this.isLoginMode) {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" y="3364992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this.authService.login(this.user).subscribe({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" y="3534156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next: () =&gt; {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" y="3703320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this.router.navigate(['/dashboard']);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" y="3872484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" y="4041648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error: () =&gt; {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" y="4210812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this.isLoading = false;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" y="4379976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this.errorMessage = 'Invalid username or password';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" y="4549140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" y="4718304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});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" y="4887468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 /* signup branch */ }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" y="5056632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5488" y="5225796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577840" y="987552"/>
            <a:ext cx="3246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77840" y="987552"/>
            <a:ext cx="64008" cy="868680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05856" y="10332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705856" y="1289304"/>
            <a:ext cx="3044952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24144" y="1289304"/>
            <a:ext cx="3008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standalone: true, imports:[CommonModule,FormsModule]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705856" y="14904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NgModule needed — imports CommonModule (*ngIf) and FormsModule ([(ngModel)]) directly.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77840" y="1920240"/>
            <a:ext cx="3246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577840" y="192024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05856" y="19659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isLoading Flag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705856" y="2221992"/>
            <a:ext cx="3044952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24144" y="2221992"/>
            <a:ext cx="3008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this.isLoading = true on first click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705856" y="2423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Disables the button &amp; changes label (PROCESSING…) during the HTTP request, preventing double-submit.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77840" y="2852928"/>
            <a:ext cx="3246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577840" y="2852928"/>
            <a:ext cx="64008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05856" y="289864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3-mode Component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705856" y="3154680"/>
            <a:ext cx="3044952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24144" y="3154680"/>
            <a:ext cx="3008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isLoginMode · isForgotMode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705856" y="33558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boolean flags create three UI states (Login / Sign Up / Forgot Password) without separate routes.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77840" y="3785616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577840" y="3785616"/>
            <a:ext cx="64008" cy="82296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05856" y="383133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Navigate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705856" y="4087368"/>
            <a:ext cx="3044952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24144" y="4087368"/>
            <a:ext cx="3008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this.router.navigate(['/dashboard'])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705856" y="42885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successful login, pushes user to the dashboard. authGuard protects the route from direct access.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  &amp;  JWT Interceptor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2926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5074920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87552"/>
            <a:ext cx="507492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services/auth.ts  +  interceptor.ts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335024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auth.ts ──────────────────────────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1504188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@Injectable({ providedIn: 'root' })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673352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AuthService {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1842516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apiUrl = 'http://localhost:8080/api/auth';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2011680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TOKEN_KEY = 'revaDoToken';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2180844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" y="2350008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login(credentials): Observable&lt;LoginResponse&gt; {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" y="2519172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this.http.post&lt;LoginResponse&gt;(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" y="2688336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`${this.apiUrl}/login`, credentials).pipe(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" y="2857500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tap(res =&gt; localStorage.setItem(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" y="3026664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this.TOKEN_KEY, res.token))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" y="3195828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" y="3364992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" y="3534156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forgotPassword(email: string) {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" y="3703320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this.http.post(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" y="3872484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`${apiUrl}/forgot-password`, { email });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" y="4041648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" y="4210812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" y="4379976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interceptor.ts ───────────────────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" y="4549140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authInterceptor: HttpInterceptorFn =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" y="4718304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(req, next) =&gt; {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" y="4887468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token = localStorage.getItem('revaDoToken');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" y="5056632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(token) {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5488" y="5225796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cloned = req.clone({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" y="5394960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setHeaders: { Authorization: `Bearer ${token}` }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5488" y="5564124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});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488" y="5733288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next(cloned);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5488" y="5902452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488" y="6071616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next(req);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5488" y="6240780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577840" y="987552"/>
            <a:ext cx="3246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577840" y="987552"/>
            <a:ext cx="64008" cy="868680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05856" y="10332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tap() — Side Effect on Stream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705856" y="1289304"/>
            <a:ext cx="3044952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24144" y="1289304"/>
            <a:ext cx="3008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tap(res =&gt; localStorage.setItem(TOKEN_KEY, res.token))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705856" y="14904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tap() lets us save the token without interrupting the Observable chain. Component still receives the response.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77840" y="1920240"/>
            <a:ext cx="3246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577840" y="1920240"/>
            <a:ext cx="64008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05856" y="19659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HttpInterceptorFn (Functional)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705856" y="2221992"/>
            <a:ext cx="3044952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24144" y="2221992"/>
            <a:ext cx="3008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authInterceptor: HttpInterceptorFn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705856" y="2423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 functional interceptor — no class needed. Registered once in app.config, auto-runs on every HTTP call.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77840" y="2852928"/>
            <a:ext cx="3246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577840" y="2852928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05856" y="289864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req.clone() — Immutable Request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705856" y="3154680"/>
            <a:ext cx="3044952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24144" y="3154680"/>
            <a:ext cx="3008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req.clone({ setHeaders: { Authorization: `Bearer ${token}` } })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705856" y="33558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 are immutable. clone() creates a copy with the JWT header attached before forwarding to next().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77840" y="3785616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577840" y="3785616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05856" y="383133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 Flow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705856" y="4087368"/>
            <a:ext cx="3044952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24144" y="4087368"/>
            <a:ext cx="3008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/api/auth/forgot-password  { email }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705856" y="42885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generates a PasswordResetToken entity linked to the User and emails a reset link.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  —  dashboard.html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2926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3703320" cy="3886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87552"/>
            <a:ext cx="37033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42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82112" y="1060704"/>
            <a:ext cx="73152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10607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38912" y="1426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   Pending: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816352" y="1426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Completed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912" y="1700784"/>
            <a:ext cx="2103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7556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 tasks...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33472" y="1700784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9192" y="17556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Categories ▾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38912" y="2048256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0848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Title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" y="2322576"/>
            <a:ext cx="33101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3591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(Optional)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07792" y="2560320"/>
            <a:ext cx="89611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07792" y="256032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38912" y="2862072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2862072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299008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⠿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2916936"/>
            <a:ext cx="502920" cy="16459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280160" y="28986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UI Mockups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" y="3209544"/>
            <a:ext cx="2578608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3209544"/>
            <a:ext cx="1933956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316382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38912" y="3456432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3456432"/>
            <a:ext cx="640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35844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⠿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3511296"/>
            <a:ext cx="502920" cy="16459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5112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280160" y="34930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Groceries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" y="3803904"/>
            <a:ext cx="2578608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64992" y="37581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38912" y="4050792"/>
            <a:ext cx="347472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4050792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" y="41788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⠿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1520" y="4105656"/>
            <a:ext cx="502920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41056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280160" y="40873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trike="sngStrike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Docker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1520" y="4398264"/>
            <a:ext cx="2578608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0" y="4398264"/>
            <a:ext cx="2578608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64992" y="43525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206240" y="987552"/>
            <a:ext cx="4617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206240" y="987552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34256" y="103327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Bar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334256" y="1289304"/>
            <a:ext cx="4416552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52544" y="1289304"/>
            <a:ext cx="43799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pendingCount · filteredTodos.length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334256" y="149047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getters in .ts recalculate whenever todoList changes. cleanUpButtonLabel is also a getter.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206240" y="1828800"/>
            <a:ext cx="4617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206240" y="1828800"/>
            <a:ext cx="64008" cy="749808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34256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Filter Toolbar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334256" y="2130552"/>
            <a:ext cx="4416552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52544" y="2130552"/>
            <a:ext cx="43799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[(ngModel)]="searchTerm" / "filterCategory"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334256" y="233172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binding feeds the filteredTodos getter, which filters &amp; sorts the array on every keystroke.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206240" y="2670048"/>
            <a:ext cx="4617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206240" y="2670048"/>
            <a:ext cx="64008" cy="7498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34256" y="2715768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Add-Task Form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334256" y="2971800"/>
            <a:ext cx="4416552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52544" y="2971800"/>
            <a:ext cx="43799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[(ngModel)]="newTitle" · [(ngModel)]="newDueDate"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334256" y="317296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Template-driven form binds all new-task fields. (click)="addTask()" calls the service on submit.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206240" y="3511296"/>
            <a:ext cx="4617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206240" y="3511296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34256" y="3557016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Card Colors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334256" y="3813048"/>
            <a:ext cx="4416552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52544" y="3813048"/>
            <a:ext cx="43799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[ngClass]="[todo.category.toLowerCase()]"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334256" y="4014216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classes .work / .personal / .shopping applied dynamically — each class sets its own border color.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206240" y="4352544"/>
            <a:ext cx="4617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4206240" y="4352544"/>
            <a:ext cx="64008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34256" y="439826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334256" y="4654296"/>
            <a:ext cx="4416552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52544" y="4654296"/>
            <a:ext cx="43799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[style.width.%]="calculateProgress(todo)"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334256" y="4855464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 binding drives the bar width. 100% triggers the .finished class with a green animation.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Component Logic  —  dashboard.ts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2926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5074920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87552"/>
            <a:ext cx="507492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dashboard.ts  (key methods)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335024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filteredTodos getter ───────────────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1504188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filteredTodos() {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673352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this.todoList.filter(todo =&gt; {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1842516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(isArchiveView) { /* show only archived */ }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2011680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categoryMatch = activeFilter==='all'||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2180844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todo.category.toLowerCase()===activeFilter;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" y="2350008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searchMatch = todo.title.includes(term);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" y="2519172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categoryMatch &amp;&amp; searchMatch;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" y="2688336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}).sort((a, b) =&gt; {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" y="2857500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(manualOrderMode) return 0; // DnD wins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" y="3026664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(a.completed !== b.completed) return ...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" y="3195828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pMap[a.priority] - pMap[b.priority];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" y="3364992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" y="3534156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" y="3703320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" y="3872484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Drag &amp; Drop ─────────────────────────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" y="4041648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drop(event: CdkDragDrop&lt;Todo[]&gt;) {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" y="4210812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this.manualOrderMode = true;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" y="4379976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moveItemInArray(this.todoList,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" y="4549140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event.previousIndex, event.currentIndex);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" y="4718304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this.saveToLocalStorage();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" y="4887468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" y="5056632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5488" y="5225796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Archive Toggle ──────────────────────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" y="5394960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archiveTask(todo: Todo) {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5488" y="5564124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todo.archived = true;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488" y="5733288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this.todoService.updateTodo(todo).subscribe();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5488" y="5902452"/>
            <a:ext cx="487375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577840" y="987552"/>
            <a:ext cx="3246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577840" y="987552"/>
            <a:ext cx="64008" cy="86868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05856" y="10332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filteredTodos — Computed Getter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705856" y="1289304"/>
            <a:ext cx="3044952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24144" y="1289304"/>
            <a:ext cx="3008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filteredTodos() { … }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705856" y="14904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stored array — recalculates on every binding cycle. Handles archive view, category filter, text search, and priority sort in one pipe.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77840" y="1920240"/>
            <a:ext cx="3246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577840" y="1920240"/>
            <a:ext cx="64008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05856" y="19659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manualOrderMode Flag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705856" y="2221992"/>
            <a:ext cx="3044952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24144" y="2221992"/>
            <a:ext cx="3008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manualOrderMode = true on drop()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705856" y="2423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drag-and-drop, sorting by priority is paused so the user's manual order is preserved. Resets on refreshData().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77840" y="2852928"/>
            <a:ext cx="3246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577840" y="2852928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05856" y="289864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CDK DragDrop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705856" y="3154680"/>
            <a:ext cx="3044952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24144" y="3154680"/>
            <a:ext cx="3008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cdkDropList · cdkDrag · moveItemInArray()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705856" y="33558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CDK's DragDropModule. moveItemInArray mutates todoList in-place; saveToLocalStorage() persists the new order.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577840" y="3785616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577840" y="3785616"/>
            <a:ext cx="64008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05856" y="383133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Cache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705856" y="4087368"/>
            <a:ext cx="3044952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24144" y="4087368"/>
            <a:ext cx="3008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saveToLocalStorage() / ngOnInit: JSON.parse()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705856" y="42885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init, tasks load from localStorage immediately while the HTTP call is in-flight — avoids blank screen on refresh.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 — TypeScript &amp; Java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2926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06–07 / 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425196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87552"/>
            <a:ext cx="425196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models/todo.model.ts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335024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interface Subtask {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1504188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id?: number;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673352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string;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1842516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completed: boolean;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2011680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isEditing?: boolean;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2180844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" y="2350008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" y="2519172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interface Todo {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" y="2688336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id?: number;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" y="2857500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string;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" y="3026664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description: string;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" y="3195828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category?: string;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" y="3364992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priority: 'High'|'Medium'|'Low';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47472" y="3273552"/>
            <a:ext cx="4251960" cy="1600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273552"/>
            <a:ext cx="425196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918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models/todo.model.ts  (cont.)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621024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dueDate?: string;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" y="3790188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completed: boolean;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" y="3959352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archived: boolean;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" y="4128516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subtasks: Subtask[];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" y="4297680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isEditing?: boolean; // UI only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" y="4466844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987552"/>
            <a:ext cx="406908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987552"/>
            <a:ext cx="406908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10058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Todo.java  (Spring Boot entity)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82896" y="1335024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 @Data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82896" y="1504188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Todo {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82896" y="1673352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@Id @GeneratedValue(IDENTITY)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82896" y="1842516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Long id;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82896" y="2011680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title, description, category;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82896" y="2180844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@JsonFormat(pattern="yyyy-MM-dd")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82896" y="2350008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LocalDate dueDate;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82896" y="2519172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boolean isCompleted;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82896" y="2688336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priority;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82896" y="2857500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@OneToMany(cascade=ALL, orphanRemoval=true)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82896" y="3026664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List&lt;Subtask&gt; subtasks;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82896" y="3195828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@ManyToOne @JoinColumn(name="user_id")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82896" y="3364992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@JsonIgnore private User user;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82896" y="3534156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54880" y="3273552"/>
            <a:ext cx="4069080" cy="1600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3273552"/>
            <a:ext cx="406908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64608" y="32918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User.java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82896" y="3621024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 @Table(name="users") @Data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82896" y="3790188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 {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82896" y="3959352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@Column(unique=true) String username;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82896" y="4128516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password; // BCrypt hashed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82896" y="4297680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@Column(unique=true) String email;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882896" y="4466844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@OneToMany(mappedBy="user",cascade=ALL)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82896" y="4636008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List&lt;Todo&gt; todos;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82896" y="4805172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Auth Guard  &amp;  Docker Deployment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863840" y="2926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425196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87552"/>
            <a:ext cx="425196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app.routes.ts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335024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routes: Routes = [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1504188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path: 'login',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673352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component: AuthComponent },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1842516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path: 'reset-password',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2011680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component: ResetPasswordComponent },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2180844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path: 'dashboard',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" y="2350008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component: Dashboard,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" y="2519172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canActivate: [authGuard] },  // &lt;-- guard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" y="2688336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path: '', redirectTo: 'login' },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" y="2857500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path: '**', redirectTo: 'login' }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" y="3026664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7472" y="3090672"/>
            <a:ext cx="425196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090672"/>
            <a:ext cx="425196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089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auth-guard (functional guard)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438144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authGuard: CanActivateFn =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" y="3607308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(route, state) =&gt; {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" y="3776472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auth = inject(AuthService);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" y="3945636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router = inject(Router);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" y="4114800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(auth.isLoggedIn()) return true;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" y="4283964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router.parseUrl('/login');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" y="4453128"/>
            <a:ext cx="405079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987552"/>
            <a:ext cx="4069080" cy="3886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987552"/>
            <a:ext cx="406908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10058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  (multi-stage build)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82896" y="1335024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Stage 1: Build Angular ──────────────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82896" y="1504188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node:22-alpine AS build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82896" y="1673352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82896" y="1842516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82896" y="2011680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install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82896" y="2180844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82896" y="2350008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run build --configuration=production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82896" y="2519172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82896" y="2688336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Stage 2: Serve with Nginx ───────────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82896" y="2857500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nginx:alpine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82896" y="3026664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82896" y="3195828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/app/dist/revado-frontend/browser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82896" y="3364992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/usr/share/nginx/html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82896" y="3534156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nginx.conf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82896" y="3703320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/etc/nginx/conf.d/default.conf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82896" y="3872484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82896" y="4041648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["nginx","-g","daemon off;"]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82896" y="4210812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82896" y="4379976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Final image: ~25 MB Nginx only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82896" y="4549140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Node.js in production image!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82896" y="4718304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build -t revado .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82896" y="4887468"/>
            <a:ext cx="3867912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run -p 80:80 revado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-365760"/>
            <a:ext cx="4572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29000" dirty="0"/>
          </a:p>
        </p:txBody>
      </p:sp>
      <p:sp>
        <p:nvSpPr>
          <p:cNvPr id="4" name="Text 2"/>
          <p:cNvSpPr/>
          <p:nvPr/>
        </p:nvSpPr>
        <p:spPr>
          <a:xfrm>
            <a:off x="384048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042416"/>
            <a:ext cx="182880" cy="182880"/>
          </a:xfrm>
          <a:prstGeom prst="ellipse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326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 SPA with standalone components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481328"/>
            <a:ext cx="182880" cy="182880"/>
          </a:xfrm>
          <a:prstGeom prst="ellipse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716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3-mode Auth UI — Login / Sign Up / Forgot Password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920240"/>
            <a:ext cx="182880" cy="182880"/>
          </a:xfrm>
          <a:prstGeom prst="ellipse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8105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Service with localStorage token storage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359152"/>
            <a:ext cx="182880" cy="182880"/>
          </a:xfrm>
          <a:prstGeom prst="ellipse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24942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HttpInterceptor auto-attaches Bearer token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798064"/>
            <a:ext cx="182880" cy="182880"/>
          </a:xfrm>
          <a:prstGeom prst="ellipse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68833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full CRUD + priority/category/due date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236976"/>
            <a:ext cx="182880" cy="182880"/>
          </a:xfrm>
          <a:prstGeom prst="ellipse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1272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Subtasks with per-task progress bar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675888"/>
            <a:ext cx="182880" cy="182880"/>
          </a:xfrm>
          <a:prstGeom prst="ellipse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5661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CDK Drag-and-Drop reordering with localStorage cache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4114800"/>
            <a:ext cx="182880" cy="182880"/>
          </a:xfrm>
          <a:prstGeom prst="ellipse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0050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&amp; Unarchive task flow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4553712"/>
            <a:ext cx="182880" cy="182880"/>
          </a:xfrm>
          <a:prstGeom prst="ellipse">
            <a:avLst/>
          </a:prstGeom>
          <a:solidFill>
            <a:srgbClr val="007BFF"/>
          </a:solidFill>
          <a:ln w="12700">
            <a:solidFill>
              <a:srgbClr val="007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44398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interfaces: Todo &amp; Subtask models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28032" y="868680"/>
            <a:ext cx="397764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28032" y="868680"/>
            <a:ext cx="3977640" cy="347472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8869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19472" y="1298448"/>
            <a:ext cx="374904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134416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Spring Boot REST API — /api/auth + /api/todos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19472" y="1700784"/>
            <a:ext cx="374904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174650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Spring Security + JWT filter chain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19472" y="2103120"/>
            <a:ext cx="374904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92624" y="214884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CustomUserDetailsService + BCrypt passwords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19472" y="2505456"/>
            <a:ext cx="374904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92624" y="255117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JPA entities: User, Todo, Subtask, PasswordResetToken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19472" y="2907792"/>
            <a:ext cx="374904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92624" y="295351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@OneToMany subtasks with CascadeType.ALL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19472" y="3310128"/>
            <a:ext cx="374904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92624" y="335584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@ManyToOne User–Todo relationship, @JsonIgnore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19472" y="3712464"/>
            <a:ext cx="374904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92624" y="375818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Password reset token with expiry + email link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19472" y="4114800"/>
            <a:ext cx="374904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92624" y="41605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Angular Router with authGuard (CanActivateFn)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919472" y="4517136"/>
            <a:ext cx="3749040" cy="3383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92624" y="456285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Docker multi-stage build (node:22 → nginx:alpine)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RevaDo  ·  Angular 17 + Spring Boot + JWT + Docker  ·  Full-Stack ToDo Application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RevaDo — Full-Stack ToDo App</dc:title>
  <dc:subject>PptxGenJS Presentation</dc:subject>
  <dc:creator>PptxGenJS</dc:creator>
  <cp:lastModifiedBy>PptxGenJS</cp:lastModifiedBy>
  <cp:revision>1</cp:revision>
  <dcterms:created xsi:type="dcterms:W3CDTF">2026-03-04T18:03:19Z</dcterms:created>
  <dcterms:modified xsi:type="dcterms:W3CDTF">2026-03-04T18:03:19Z</dcterms:modified>
</cp:coreProperties>
</file>